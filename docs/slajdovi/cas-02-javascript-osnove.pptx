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Ulaz: studenti znaju da HTML/CSS prikazuju sadržaj; razlikuju podatak od prikaza.
Cilj ovog bloka: terminologija bez primera na ekranu; teže ideje kucaš u konzoli po beleškama.
Ne prelaziti na pitalicu dok grupa ne može da parafrazira razliku dodele i poziva funkcije.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Bez koda na tabli osim ako neko pita za primer. Dovoljno je reći „42“, „24 °C“, true.
Povezati sa Kontrolnom sobom: temperatura i stanje ventilatora su vrednosti u programu, ne broj na ekranu.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Teže — kucaj u konzoli:
const room = { temperature: 24 };
room.temperature = 10;   // dozvoljeno: menja se polje
// room = {};            // greška: ponovna dodela imena
let step = 0;
step = 1;                // dozvoljeno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Teže — kucaj:
3 === '3'    // false
3 == '3'     // true — pomenuti zašto je opasno u uslovima
Povezati sa pitalicom: const ne „zamrzava“ objekat.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Bez primera na slajdu. Ako treba jedna linija uživo:
if (room.temperature &gt; 30) { /* uključi ventilator u modelu */ }
Naglasiti: uslov ne menja sam prikaz u browseru — to dolazi kasnije (čas 03).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Teže — kucaj da razdvojiš „dodelu“ od „izvršavanja“:
for (let i = 0; i &lt; 3; i++) {
  console.log(i);
}
Objasni: zagrade definišu petlju; console.log se izvršava tri puta.
Uporedi sa: const f = console.log; f(1); — tu je poziv funkcije.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Teže — kucaj:
function nextStep(state) {
  return { ...state, temperature: state.temperature + 1 };
}
Naglasiti: nextStep je vrednost (funkcija); nextStep(room) je poziv.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Teže — kucaj redom:
function bump(n) { return n + 1; }
const g = bump;      // dodela: g i bump su ista funkcija
const x = bump(2);   // poziv: x je 3
// bump;             // ništa se ne izvršava u telu
Arrow zapis (isti smisao):
const bump2 = (n) =&gt; n + 1;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Teže — kucaj oba zapisa za nextStep i pokaži da poziv daje isti rezultat.
function nextStep(state) { return { ...state, step: state.step + 1 }; }
const nextStepArrow = (state) =&gt; ({ ...state, step: state.step + 1 });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Teže — kucaj (pitalica 2):
const room = { temperature: 24 };
const panel = room;
panel.temperature = 10;
console.log(room.temperature);  // 10
Objasni: nema kopije pri dodeli objekta.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Teže — kucaj:
const readings = [22, 23, 24];
readings.push(25);
const copy = readings;  // ista referenca
copy[0] = 0;
console.log(readings[0]);  // 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Teže — kucaj sinhroni primer (bez tajmera):
const label = 'soba';
function describe(temp) {
  return label + ': ' + temp;
}
describe(24);
Zatim uvedi lokalnu varijablu istog imena unutra i pokaži senčenje.
Ovo je most ka closure-u u času 03; ne uvoditi addEventListener ovde.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Pređi na slajd pitalice iz pregleda kursa (room / panel).
Demonstracija: nextStep na objektu ventilatora + temperatura; sve u konzoli.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Čas 02 — Osnove</dc:title>
  <dc:subject>PptxGenJS Presentation</dc:subject>
  <dc:creator>Created by Marp</dc:creator>
  <cp:lastModifiedBy>Created by Marp</cp:lastModifiedBy>
  <cp:revision>1</cp:revision>
  <dcterms:created xsi:type="dcterms:W3CDTF">2026-10-17T10:16:46Z</dcterms:created>
  <dcterms:modified xsi:type="dcterms:W3CDTF">2026-10-17T10:16:46Z</dcterms:modified>
</cp:coreProperties>
</file>